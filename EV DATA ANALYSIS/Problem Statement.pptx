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D46-E28A-D412-7F74-4753AFAF0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11611-D46A-D0C2-7C9D-3F771479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FA47-414C-24FC-8824-FB6DFE79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2611-3555-2CED-1DAC-4A67753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0E5B-EF7F-82D0-602F-937014D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4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60EE-C15A-7DAC-49CD-94F4B01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ACAF-8A30-E730-BC2B-6AC57EAB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34E1-F737-5E69-0709-41D99213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592A-CE8D-4C12-B751-A55336D5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6FFB-3AE7-F753-1BD8-152346A0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6008-0D20-FD2A-C3C4-CBDF930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D0C7-82D8-C21F-9262-FCB8B03F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DB20-E8E7-FAAF-69BB-189BA346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6C69-61F2-5646-E857-311C404C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5390-A498-077F-65A7-2CCC65A3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7BC3-21B0-D792-48A8-0E991F5B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EF35-97A3-9A54-D56E-4AA7BC893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78F7-A075-E405-EFB9-0DE566C5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4E71-D76B-52FA-55D7-66E860EE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0A39-98D2-A25C-FA1C-31975F0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D-796F-97B7-D5AC-8721ECD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D4BA-8CBE-DA4E-FDFA-64FB65C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5456-F117-783B-E677-346E1E7D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CCE4E-4AFA-EBEB-5007-6A249026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0D09-DF01-E3B0-B37E-0E2A52BE4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253B-2877-EDB2-28C9-D6A6EA62A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C84AF-4C25-948B-1BFF-1150EA9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BC4B3-58E6-D80B-652D-6F5DC521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C4F0-A357-064A-D523-E347D388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491F-B784-2EE0-528C-92F1056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407B4-6E46-8661-D262-D3227F3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B6F2-6136-A0C4-7C28-4F5AEA6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9D16-E460-5BBB-52FD-6C7924D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8392-FC15-E1AC-8280-51A8DE43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ABD9-6E1A-1F28-213B-859A5EA8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9D00-E9B1-4352-EAF7-52764454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1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F5F-34D6-51DB-08FD-C1955AA9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8A44-437F-C06D-63BA-6ED8230A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3A2A-96FE-AE70-8D4A-593F676F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ADFE-2DC9-E549-6850-377C6D1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E900-BAC6-9AFC-EC33-8E50DD6E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1F0C-5E06-4228-D251-E5C75F8D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8C52-6AFA-823F-FD58-831EB419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34DC-9626-1C72-E920-8A7274389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EE5DC-CC4E-8D79-4BC5-A79CC0A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F4119-53F5-F32B-9C9E-5006D56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005E-E588-ECA4-2937-03ED838F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7FA9-BE73-BC87-DC63-9D24158A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2398-0724-18CF-582D-9D346F4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5B84D-799A-F7C3-F861-4D478FEF3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97C8-61BB-E15D-7E47-C8AD558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071-B264-AB30-88D6-B61849D3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26D4-0E89-6507-FFA0-1C03A22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AD50-42AA-4CFD-9AE7-C4CB4551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F205-A587-C7A9-FE09-2934D8FF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4FC0-85C3-18C6-F2EB-5A0B57B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C0E0-D00E-24DA-A087-F3B79AB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9F84-222D-D9DE-F0CB-5266CDB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8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36908-ABB1-18B4-7FF7-010C5FB6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CA94-3BD1-93E4-C144-A622905BF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1D1D-3198-0F86-2FBC-5354B0E8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F22F-5451-EF49-0B1E-EB81629E3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776F-9D5A-14BB-B981-C0AC22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9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Grid View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18CCE5-10D8-9DF8-B169-B8512FDF6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99348B-8DC6-8407-19BD-886EB1B5854B}"/>
              </a:ext>
            </a:extLst>
          </p:cNvPr>
          <p:cNvSpPr txBox="1"/>
          <p:nvPr/>
        </p:nvSpPr>
        <p:spPr>
          <a:xfrm>
            <a:off x="120770" y="0"/>
            <a:ext cx="7712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SOFTWARES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192EC5-AA41-2C47-2C4F-0284CCD75170}"/>
              </a:ext>
            </a:extLst>
          </p:cNvPr>
          <p:cNvSpPr txBox="1"/>
          <p:nvPr/>
        </p:nvSpPr>
        <p:spPr>
          <a:xfrm>
            <a:off x="327804" y="1366935"/>
            <a:ext cx="86487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1. MS OFFICE/ EXCEL: </a:t>
            </a:r>
            <a:r>
              <a:rPr lang="en-IN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2. Tableau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</a:t>
            </a:r>
            <a:r>
              <a:rPr lang="en-IN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2022.3.0</a:t>
            </a:r>
          </a:p>
        </p:txBody>
      </p:sp>
    </p:spTree>
    <p:extLst>
      <p:ext uri="{BB962C8B-B14F-4D97-AF65-F5344CB8AC3E}">
        <p14:creationId xmlns:p14="http://schemas.microsoft.com/office/powerpoint/2010/main" val="3106249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397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KOUSHIK GARFG</cp:lastModifiedBy>
  <cp:revision>10</cp:revision>
  <dcterms:created xsi:type="dcterms:W3CDTF">2024-02-05T09:30:29Z</dcterms:created>
  <dcterms:modified xsi:type="dcterms:W3CDTF">2026-06-16T04:55:42Z</dcterms:modified>
</cp:coreProperties>
</file>